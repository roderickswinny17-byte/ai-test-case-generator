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7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Titanic Dataset Analysis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Exploratory Data Analysis (EDA)</a:t>
            </a:r>
          </a:p>
          <a:p>
            <a:r>
              <a:rPr dirty="0">
                <a:solidFill>
                  <a:srgbClr val="FF0000"/>
                </a:solidFill>
              </a:rPr>
              <a:t>Using Pandas, NumPy, Matplotlib,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Faced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Manual effort, Time consuming</a:t>
            </a:r>
            <a:endParaRPr dirty="0"/>
          </a:p>
          <a:p>
            <a:r>
              <a:rPr lang="en-US" dirty="0" smtClean="0"/>
              <a:t>Faced by team </a:t>
            </a:r>
            <a:endParaRPr dirty="0"/>
          </a:p>
          <a:p>
            <a:r>
              <a:rPr lang="en-US" dirty="0" smtClean="0"/>
              <a:t>Delay in sprint and deploy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Automatically generate test cases from software requirements using AI, reducing the effort required for manual test case creation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Produce </a:t>
            </a:r>
            <a:r>
              <a:rPr lang="en-US" dirty="0"/>
              <a:t>test cases in a standardized structure containing test scenarios, steps, test data, expected results, priority, and test type</a:t>
            </a:r>
            <a:endParaRPr dirty="0" smtClean="0"/>
          </a:p>
          <a:p>
            <a:r>
              <a:rPr dirty="0" smtClean="0"/>
              <a:t>Used </a:t>
            </a:r>
            <a:r>
              <a:rPr lang="en-US" dirty="0" smtClean="0"/>
              <a:t>reducing the manual effort and making the test case more efficient.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Used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LLM </a:t>
            </a:r>
            <a:r>
              <a:rPr dirty="0" smtClean="0"/>
              <a:t>– </a:t>
            </a:r>
            <a:r>
              <a:rPr lang="en-US" dirty="0" err="1" smtClean="0"/>
              <a:t>Ollama</a:t>
            </a:r>
            <a:endParaRPr dirty="0"/>
          </a:p>
          <a:p>
            <a:r>
              <a:rPr lang="en-US" dirty="0" smtClean="0"/>
              <a:t>Programming Language– Python</a:t>
            </a:r>
            <a:endParaRPr lang="en-US" dirty="0"/>
          </a:p>
          <a:p>
            <a:r>
              <a:rPr lang="en-US" dirty="0" smtClean="0"/>
              <a:t>Tools</a:t>
            </a:r>
            <a:r>
              <a:rPr dirty="0" smtClean="0"/>
              <a:t>– </a:t>
            </a:r>
            <a:r>
              <a:rPr lang="en-US" dirty="0" smtClean="0"/>
              <a:t>VS Code, </a:t>
            </a:r>
            <a:r>
              <a:rPr lang="en-US" dirty="0" err="1" smtClean="0"/>
              <a:t>GitHub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Workflow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Input can be given in requirement.</a:t>
            </a:r>
          </a:p>
          <a:p>
            <a:r>
              <a:rPr lang="en-US" dirty="0" smtClean="0"/>
              <a:t>A </a:t>
            </a:r>
            <a:r>
              <a:rPr lang="en-US" dirty="0"/>
              <a:t>structural prompt can be given in prompt file for the data to understand the </a:t>
            </a:r>
            <a:r>
              <a:rPr lang="en-US" dirty="0" smtClean="0"/>
              <a:t>requirement.</a:t>
            </a:r>
            <a:endParaRPr dirty="0"/>
          </a:p>
          <a:p>
            <a:r>
              <a:rPr lang="en-US" dirty="0" smtClean="0"/>
              <a:t>The code will be given in </a:t>
            </a:r>
            <a:r>
              <a:rPr lang="en-US" dirty="0" err="1" smtClean="0"/>
              <a:t>generartor</a:t>
            </a:r>
            <a:r>
              <a:rPr lang="en-US" dirty="0" smtClean="0"/>
              <a:t> and app file to chat with </a:t>
            </a:r>
            <a:r>
              <a:rPr lang="en-US" dirty="0" err="1" smtClean="0"/>
              <a:t>Ollama</a:t>
            </a:r>
            <a:r>
              <a:rPr lang="en-US" dirty="0" smtClean="0"/>
              <a:t> and get the output</a:t>
            </a:r>
            <a:endParaRPr dirty="0"/>
          </a:p>
          <a:p>
            <a:r>
              <a:rPr lang="en-US" dirty="0" smtClean="0"/>
              <a:t>The Output will be stored in an excel sheet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App.py file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App.py file retrieves the data from requirement.txt file and imports method from generator and generates test cases </a:t>
            </a:r>
            <a:endParaRPr dirty="0"/>
          </a:p>
          <a:p>
            <a:r>
              <a:rPr lang="en-US" dirty="0" smtClean="0"/>
              <a:t>The output is generated in md format</a:t>
            </a:r>
            <a:endParaRPr dirty="0"/>
          </a:p>
          <a:p>
            <a:r>
              <a:rPr lang="en-US" dirty="0" smtClean="0"/>
              <a:t>The output is exported to excel file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Generator.py file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his file consists if two methods</a:t>
            </a:r>
          </a:p>
          <a:p>
            <a:r>
              <a:rPr lang="en-US" dirty="0" smtClean="0"/>
              <a:t>Method to retrieve the date from sample file which acts as an input</a:t>
            </a:r>
            <a:endParaRPr dirty="0"/>
          </a:p>
          <a:p>
            <a:r>
              <a:rPr lang="en-US" dirty="0" smtClean="0"/>
              <a:t>Method to chat with </a:t>
            </a:r>
            <a:r>
              <a:rPr lang="en-US" dirty="0" err="1" smtClean="0"/>
              <a:t>ollama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 successfully generates test cases. According to the required input, and prompt file</a:t>
            </a:r>
            <a:endParaRPr dirty="0"/>
          </a:p>
          <a:p>
            <a:r>
              <a:rPr lang="en-US" dirty="0" smtClean="0"/>
              <a:t>This project meets the objective of creating automated test script and reduces manual effort.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modify the code with other LLM’s which has more efficient features.</a:t>
            </a:r>
          </a:p>
          <a:p>
            <a:r>
              <a:rPr lang="en-US" dirty="0" smtClean="0"/>
              <a:t>Make it cloud based</a:t>
            </a:r>
          </a:p>
          <a:p>
            <a:r>
              <a:rPr lang="en-US" dirty="0" smtClean="0"/>
              <a:t>Improve the performance by using </a:t>
            </a:r>
            <a:r>
              <a:rPr lang="en-US" dirty="0" err="1" smtClean="0"/>
              <a:t>adavanced</a:t>
            </a:r>
            <a:r>
              <a:rPr lang="en-US" dirty="0" smtClean="0"/>
              <a:t> </a:t>
            </a:r>
            <a:r>
              <a:rPr lang="en-US" smtClean="0"/>
              <a:t>softwares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0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277</Words>
  <Application>Microsoft Office PowerPoint</Application>
  <PresentationFormat>On-screen Show (4:3)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Titanic Dataset Analysis using Python</vt:lpstr>
      <vt:lpstr>Problems Faced</vt:lpstr>
      <vt:lpstr>Objective</vt:lpstr>
      <vt:lpstr>Technologies Used</vt:lpstr>
      <vt:lpstr>Basic Workflow</vt:lpstr>
      <vt:lpstr>App.py file</vt:lpstr>
      <vt:lpstr>Generator.py file</vt:lpstr>
      <vt:lpstr>Conclusion</vt:lpstr>
      <vt:lpstr>Future Scope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Dataset Analysis using Python</dc:title>
  <dc:subject/>
  <dc:creator>Dell</dc:creator>
  <cp:keywords/>
  <dc:description>generated using python-pptx</dc:description>
  <cp:lastModifiedBy>Dell</cp:lastModifiedBy>
  <cp:revision>9</cp:revision>
  <dcterms:created xsi:type="dcterms:W3CDTF">2013-01-27T09:14:16Z</dcterms:created>
  <dcterms:modified xsi:type="dcterms:W3CDTF">2026-08-12T20:45:39Z</dcterms:modified>
  <cp:category/>
</cp:coreProperties>
</file>